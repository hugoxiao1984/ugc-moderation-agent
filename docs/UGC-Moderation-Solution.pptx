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4937760"/>
            <a:ext cx="43891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DE9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AWS · 多模态内容审核解决方案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UGC Moderation Agent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 Strands Agents × Amazon Bedrock AgentCore 的多模态内容审核智能体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EDE9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  ·  视频  ·  多法域  ·  可解释  ·  会学习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4114800"/>
            <a:ext cx="2121408" cy="365760"/>
          </a:xfrm>
          <a:prstGeom prst="roundRect">
            <a:avLst>
              <a:gd name="adj" fmla="val 45000"/>
            </a:avLst>
          </a:prstGeom>
          <a:solidFill>
            <a:srgbClr val="5B21B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1480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自编排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4114800"/>
            <a:ext cx="1627632" cy="365760"/>
          </a:xfrm>
          <a:prstGeom prst="roundRect">
            <a:avLst>
              <a:gd name="adj" fmla="val 45000"/>
            </a:avLst>
          </a:prstGeom>
          <a:solidFill>
            <a:srgbClr val="5B21B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41148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大模型自解释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92624" y="4114800"/>
            <a:ext cx="1463040" cy="365760"/>
          </a:xfrm>
          <a:prstGeom prst="roundRect">
            <a:avLst>
              <a:gd name="adj" fmla="val 45000"/>
            </a:avLst>
          </a:prstGeom>
          <a:solidFill>
            <a:srgbClr val="5B21B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92624" y="4114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记忆自进化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0256" y="4114800"/>
            <a:ext cx="2286000" cy="365760"/>
          </a:xfrm>
          <a:prstGeom prst="roundRect">
            <a:avLst>
              <a:gd name="adj" fmla="val 45000"/>
            </a:avLst>
          </a:prstGeom>
          <a:solidFill>
            <a:srgbClr val="5B21B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0256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microVM 隔离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70848" y="4114800"/>
            <a:ext cx="1463040" cy="365760"/>
          </a:xfrm>
          <a:prstGeom prst="roundRect">
            <a:avLst>
              <a:gd name="adj" fmla="val 45000"/>
            </a:avLst>
          </a:prstGeom>
          <a:solidFill>
            <a:srgbClr val="5B21B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0848" y="4114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法域热更新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DE9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   | 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传统审核痛点 vs 我们的方案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为什么客户需要一个「会编排、会解释、会进化」的审核大脑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传统规则引擎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09728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策略更新慢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改一条规则 → 改代码 + 回归 + 发版 (1~2 周)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243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6243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误判难治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只能调全局阈值，伤及无辜内容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28269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2826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可解释差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只给 label + confidence，运营看不懂、讲不清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94106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94106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多法域爆炸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CN/EU/US 多套代码，维护成本指数级上升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5994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5994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合规审计难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同进程多租户混跑，合规边界模糊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257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5257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成本高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全部走多模态大模型，单图 ~$0.022+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45352" y="128016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UGC Moderation Agent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28232" y="1828800"/>
            <a:ext cx="10972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48272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自编排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Strands Graph 智能体根据上下文动态选路径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28232" y="26243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48272" y="26243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大模型自解释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Nova/Sonnet 输出可给运营看的中文理由 + flag 分级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28232" y="328269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48272" y="32826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法域热更新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改 cn/eu/us.py → Code Interpreter 即时热执行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28232" y="394106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48272" y="394106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记忆自进化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AgentCore Memory 语义召回，按内容粒度调阈值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28232" y="45994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48272" y="45994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microVM 隔离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每会话独立 Firecracker microVM，合规可审计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28232" y="5257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48272" y="5257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成本下降 50%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四层漏斗 + 模型分级，单图 ~$0.011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UGC Moderation Agent · Strands × AgentCore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AgentCore 四件套在方案里的角色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Amazon Bedrock AgentCore 提供 Runtime / Memory / Code Interpreter / Observability 四个原生能力，构成 Agent 的运行底座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78892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278892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904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25880" y="14904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Runtime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microVM 隔离 + Agent 编排入口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执行引擎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2423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每次审核独立 Firecracker microVM；@app.entrypoint 注入 Strands Graph；天然按租户/会话隔离，合规可审计。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64992" y="1325880"/>
            <a:ext cx="2788920" cy="10058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2331720"/>
            <a:ext cx="278892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14904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◆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233672" y="14904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33672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误判反馈 + 语义召回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47872" y="2514600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5146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学习系统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47872" y="3017520"/>
            <a:ext cx="2423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运营点「标记误判」写入 Memory；下次相似内容自动召回 top-3，按 namespace=tenant×jurisdiction 隔离，阈值动态调整。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1325880"/>
            <a:ext cx="2788920" cy="1005840"/>
          </a:xfrm>
          <a:prstGeom prst="rect">
            <a:avLst/>
          </a:prstGeom>
          <a:solidFill>
            <a:srgbClr val="37475A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2331720"/>
            <a:ext cx="278892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55664" y="14904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⚙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141464" y="14904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 Interpreter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41464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法域脚本 + 视频抽帧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55664" y="2514600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55664" y="25146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 + 计算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55664" y="3017520"/>
            <a:ext cx="2423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热执行 cn/eu/us.py，改规则不改 Agent 代码；视频用 ffmpeg 抽帧无需自建 Lambda Layer，全链路在 AgentCore 生态内完成。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80576" y="1325880"/>
            <a:ext cx="2788920" cy="10058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80576" y="2331720"/>
            <a:ext cx="278892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63456" y="14904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◉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10049256" y="14904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Observability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049256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OTel trace + 可视化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63456" y="2514600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63456" y="25146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可观测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63456" y="3017520"/>
            <a:ext cx="2423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Runtime 自动导出 OTel trace 到 CloudWatch ServiceLens；每层有独立 span，性能瓶颈、失败原因、成本分布一目了然。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UGC Moderation Agent · Strands × AgentCore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整体云端架构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 触发 → AgentCore Gateway → Runtime microVM → 四层漏斗 → Memory 闭环（紫框为 AgentCore 原生组件）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/Users/hugoxiao/ugc-moderation-agent/docs/architecture-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777240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66760" y="1143000"/>
            <a:ext cx="3520440" cy="5303520"/>
          </a:xfrm>
          <a:prstGeom prst="roundRect">
            <a:avLst>
              <a:gd name="adj" fmla="val 259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架构亮点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503920" y="1691640"/>
            <a:ext cx="9144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22208" y="194767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0" y="18745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AgentCore 紫框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78240" y="216712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Gateway/Runtime/Memory/CI 四原生组件，开箱即用。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22208" y="281635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0" y="27432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Graph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778240" y="303580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节点 + 条件边，模态/法域/Memory 召回先决策再分流。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522208" y="368503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0" y="36118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四层漏斗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778240" y="390448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Rekognition 100% 跑 → Nova 仅 20–30% → Sonnet 仅 30%。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522208" y="455371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0" y="44805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决策双 Agent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778240" y="47731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decision_light=Haiku、decision_heavy=Sonnet，按 prior_risk 升档。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522208" y="542239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0" y="53492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记忆闭环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778240" y="564184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误判反馈写 Memory，按 tenant×jurisdiction 命名空间隔离。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UGC Moderation Agent · Strands × AgentCore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图片审核流程：v1 6-Agent  →  v2 Hybrid 2-Agent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 Report schema、同一套 AgentCore 四件套，审核耗时从 48s 优化到 10s（-79%）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v1  Full-Agent (6 Agent)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orchestrator → fast_screen → text_guard → deep_review → decision_light → decision_heavy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Graph 编排 6 个 Agent，条件边显式分流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081528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0815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完全 Agent-driven：每个节点都是大模型，最大灵活度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65576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46557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实测低风险路径耗时 ≈ 48 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849624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84962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适合演讲：每步可观测，给客户看完整 trace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 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2377440" y="45262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低风险路径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（baseline）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3200400"/>
            <a:ext cx="640080" cy="502920"/>
          </a:xfrm>
          <a:prstGeom prst="rightArrow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37947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Hybrid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02552" y="1280160"/>
            <a:ext cx="5029200" cy="4206240"/>
          </a:xfrm>
          <a:prstGeom prst="roundRect">
            <a:avLst>
              <a:gd name="adj" fmla="val 2174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02552" y="1280160"/>
            <a:ext cx="50292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280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v2  Hybrid (2 Agent)  ★ 推荐生产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1920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 Python 编排上游  +  deep_review (Nova) + decision_heavy (Sonnet) 2 个 Agent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269748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269748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上游确定性步骤改 Python 直调，去掉 4 个轻量 Agent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3081528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3081528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只在「需要语义理解」处保留大模型推理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3465576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86600" y="3465576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实测低风险路径 ≈ 10 s（−79%），生产可承受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3720" y="3849624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86600" y="3849624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AgentCore 四件套用法 100% 兼容 v1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0" y="4434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s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8595360" y="4526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低风险路径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−79% vs v1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66928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两个版本通过 PIPELINE_MODE 环境变量切换  ·  Report schema 完全一致  ·  AgentCore 四件套用法不变  ·  适合「演讲用 v1、生产用 v2」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UGC Moderation Agent · Strands × AgentCore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视频审核流程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AgentCore Code Interpreter 跑 ffmpeg 抽帧  +  双抽帧后端  +  首违规帧短路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/Users/hugoxiao/ugc-moderation-agent/docs/architecture-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777240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66760" y="1143000"/>
            <a:ext cx="3520440" cy="5303520"/>
          </a:xfrm>
          <a:prstGeom prst="roundRect">
            <a:avLst>
              <a:gd name="adj" fmla="val 259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视频管线亮点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503920" y="1691640"/>
            <a:ext cx="9144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22208" y="190195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0" y="18288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 Interpreter 抽帧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78240" y="2103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ffmpeg 跑在 microVM，无需自建 Lambda Layer。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522208" y="2660904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0" y="25877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双抽帧后端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778240" y="28620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AgentCore CI（远程）+ 本地 ffmpeg（fallback），按环境自动切换。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22208" y="341985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0" y="334670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batch=5 并发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78240" y="362102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每批 5 帧并行调图像 hybrid pipeline。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522208" y="417880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0" y="41056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首违规帧短路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0" y="437997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任一帧 deny 或高危 ≥ 90% 立即 abort，避免烧钱。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22208" y="493776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0" y="48646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违规帧解读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778240" y="51389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对命中帧单独调 Nova 出『画面 + 违规原因』。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522208" y="569671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78240" y="56235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视频主题摘要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778240" y="5897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聚合关键帧用 Sonnet 输出整段主题描述。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UGC Moderation Agent · Strands × AgentCore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多法域差异化  ·  同图三结论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共享上游信号  →  只在决策层分叉到 cn/eu/us.py  →  3 法域总耗时 ≈ 单法域 1.1×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11274552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📷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同一张「健身举重」图  →  Rekognition 出 Suggestive 70%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上游 Rekognition / Nova / TextGuard 只跑一次  ·  3 个法域并行调各自 .py 策略脚本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7033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3703320" cy="7315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6888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🇨🇳  中国 · CN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Suggestive 阈值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55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3337560" cy="640080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976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DENY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507492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涉政红线 + 未成年保护严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36752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Suggestive 70% &gt; 55 → 触发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66013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deny + flag 999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06824" y="2468880"/>
            <a:ext cx="37033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06824" y="2468880"/>
            <a:ext cx="3703320" cy="7315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9704" y="246888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🇪🇺  欧盟 · EU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89704" y="33375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Suggestive 阈值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9704" y="35661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4489704" y="4297680"/>
            <a:ext cx="3337560" cy="64008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9704" y="42976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ALLOW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489704" y="507492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DSA 透明度 + GDPR 儿童保护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9704" y="536752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Suggestive 70% &lt; 75 → 通过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9704" y="566013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allow + flag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56448" y="2468880"/>
            <a:ext cx="37033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6448" y="2468880"/>
            <a:ext cx="3703320" cy="7315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246888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🇺🇸  美国 · US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39328" y="33375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Suggestive 阈值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39328" y="35661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</a:t>
            </a:r>
            <a:endParaRPr lang="en-US" sz="3600" dirty="0"/>
          </a:p>
        </p:txBody>
      </p:sp>
      <p:sp>
        <p:nvSpPr>
          <p:cNvPr id="35" name="Shape 33"/>
          <p:cNvSpPr/>
          <p:nvPr/>
        </p:nvSpPr>
        <p:spPr>
          <a:xfrm>
            <a:off x="8339328" y="4297680"/>
            <a:ext cx="3337560" cy="64008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9328" y="42976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ALLOW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339328" y="507492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COPPA + 言论自由宽松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39328" y="536752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Suggestive 70% &lt;&lt; 90 → 通过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39328" y="566013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allow + flag 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execution_mode: code_interpreter  →  改 .py 即生效，无需重新部署、无需回归测试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UGC Moderation Agent · Strands × AgentCore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记忆闭环  ·  误判一次，全网受益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AgentCore Memory 语义召回  ·  按 tenant × jurisdiction 命名空间隔离  ·  按内容粒度自适应阈值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645920"/>
            <a:ext cx="1005840" cy="1005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645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运营反馈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标记误判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17320" y="3584448"/>
            <a:ext cx="18288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033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运营点「标记误判」按钮 → 写入 AgentCore Memory，namespace = /misjudgments/demo-tenant/CN/，包含原图签名 + 误判理由 + 建议阈值。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5112" y="137160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96712" y="1645920"/>
            <a:ext cx="1005840" cy="1005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96712" y="1645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07992" y="27889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语义召回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07992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retrieve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85232" y="3584448"/>
            <a:ext cx="18288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37033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下次审核时 Orchestrator 入口检索 top-3 相似历史，相关性 ≥ 0.75 才采用，避免污染。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93024" y="137160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64624" y="1645920"/>
            <a:ext cx="1005840" cy="1005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64624" y="1645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375904" y="27889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阈值自适应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75904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Threshold tune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53144" y="3584448"/>
            <a:ext cx="18288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67344" y="37033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相似误判 → 阈值放宽 (75 → 85)；相似漏判 → 阈值收紧 (75 → 65)；调整理由写入 report，可审计。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57784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577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💡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 AI 从「执行工具」到「成长伙伴」的范式跃迁  —  </a:t>
            </a:r>
            <a:pPr indent="0" marL="0">
              <a:buNone/>
            </a:pPr>
            <a:r>
              <a:rPr lang="en-US" sz="1300" dirty="0">
                <a:solidFill>
                  <a:srgbClr val="EDE9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不是运营手动调全局阈值，而是 Agent 按内容语义粒度自适应、一次标注永久受益。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UGC Moderation Agent · Strands × AgentCore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性能与成本数据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实测延迟 + us-east-1 单图成本估算  ·  对比「全走 Nova + Sonnet」节省约 50%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00" cy="5029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⏱  延迟  (实测)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51206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737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路径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耗时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单图低风险（v2 Hybrid）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~10 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单图低风险（v1 6-Agent）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~31.5 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单图高风险（Nova+Sonnet）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~22 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同图 3 法域并行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~25 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 s 视频（首帧违规短路）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~15 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 s 视频（无违规全跑）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~1–2 min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56235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v1 → v2 优化 −79% (48s → 10s)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45352" y="128016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45352" y="1280160"/>
            <a:ext cx="54864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8232" y="12801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💰  单图成本  (us-east-1)</a:t>
            </a:r>
            <a:endParaRPr lang="en-US" sz="16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1920240"/>
          <a:ext cx="51206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环节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频率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成本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Rekognition × 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100%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$0.002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Haiku 4.5 × 3 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100%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$0.003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Sonnet 4.6 (decision)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$0.002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Nova Pro (deep review)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20–30%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$0.003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Code Interpreter + Memory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&lt;$0.001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合计 (期望)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~$0.011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428232" y="5486400"/>
            <a:ext cx="512064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28232" y="56235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5B21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「全走 Nova + Sonnet」($0.022+) 节省  ~50%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UGC Moderation Agent · Strands × AgentCore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从「规则引擎」到「智能审核大脑」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自编排  ·  大模型自解释  ·  记忆自进化  ·  microVM 隔离  ·  法域热更新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3611880" cy="2468880"/>
          </a:xfrm>
          <a:prstGeom prst="roundRect">
            <a:avLst>
              <a:gd name="adj" fmla="val 4444"/>
            </a:avLst>
          </a:prstGeom>
          <a:solidFill>
            <a:srgbClr val="37475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🚀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45920" y="27889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更快上线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9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1-2 周  →  小时级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4023360"/>
            <a:ext cx="6400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1480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新法规上线从「改代码 + 回归 + 发版」缩短到「改 .py 立即生效」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2606040"/>
            <a:ext cx="3611880" cy="2468880"/>
          </a:xfrm>
          <a:prstGeom prst="roundRect">
            <a:avLst>
              <a:gd name="adj" fmla="val 4444"/>
            </a:avLst>
          </a:prstGeom>
          <a:solidFill>
            <a:srgbClr val="37475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💸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40680" y="27889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更低成本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34747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9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−50%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09160" y="4023360"/>
            <a:ext cx="6400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411480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四层漏斗 + 模型分级 + Hybrid，单图 ~$0.011，仅 20–30% 升级 Nova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2606040"/>
            <a:ext cx="3611880" cy="2468880"/>
          </a:xfrm>
          <a:prstGeom prst="roundRect">
            <a:avLst>
              <a:gd name="adj" fmla="val 4444"/>
            </a:avLst>
          </a:prstGeom>
          <a:solidFill>
            <a:srgbClr val="37475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🧠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235440" y="27889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更聪明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03920" y="34747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9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误判 → 自动学习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503920" y="4023360"/>
            <a:ext cx="6400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411480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AgentCore Memory 语义召回，按 tenant × 法域隔离，按内容粒度调阈值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5349240"/>
            <a:ext cx="10725912" cy="868680"/>
          </a:xfrm>
          <a:prstGeom prst="roundRect">
            <a:avLst>
              <a:gd name="adj" fmla="val 10526"/>
            </a:avLst>
          </a:prstGeom>
          <a:solidFill>
            <a:srgbClr val="5B21B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3492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落地路径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377440" y="534924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POC（已交付）  →  试点租户（接 S3 事件 + Cognito）  →  多区域 GA（APAC ap-southeast-1 / EU eu-west-1）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DE9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AWS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UGC Moderation Agent — Strands × AgentCore</dc:title>
  <dc:subject>PptxGenJS Presentation</dc:subject>
  <dc:creator>Hugo Xiao</dc:creator>
  <cp:lastModifiedBy>Hugo Xiao</cp:lastModifiedBy>
  <cp:revision>1</cp:revision>
  <dcterms:created xsi:type="dcterms:W3CDTF">2026-06-03T01:41:46Z</dcterms:created>
  <dcterms:modified xsi:type="dcterms:W3CDTF">2026-06-03T01:41:46Z</dcterms:modified>
</cp:coreProperties>
</file>